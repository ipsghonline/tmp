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71" r:id="rId11"/>
    <p:sldId id="272" r:id="rId12"/>
    <p:sldId id="273" r:id="rId13"/>
    <p:sldId id="269" r:id="rId14"/>
    <p:sldId id="275" r:id="rId15"/>
    <p:sldId id="274" r:id="rId16"/>
    <p:sldId id="276" r:id="rId17"/>
    <p:sldId id="277" r:id="rId18"/>
    <p:sldId id="278" r:id="rId19"/>
    <p:sldId id="267" r:id="rId20"/>
    <p:sldId id="268" r:id="rId21"/>
    <p:sldId id="279" r:id="rId22"/>
    <p:sldId id="280" r:id="rId23"/>
    <p:sldId id="282" r:id="rId24"/>
    <p:sldId id="283" r:id="rId25"/>
    <p:sldId id="284" r:id="rId26"/>
    <p:sldId id="285" r:id="rId27"/>
    <p:sldId id="286" r:id="rId28"/>
    <p:sldId id="287" r:id="rId29"/>
    <p:sldId id="288" r:id="rId3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054"/>
    <p:restoredTop sz="75845"/>
  </p:normalViewPr>
  <p:slideViewPr>
    <p:cSldViewPr snapToGrid="0" snapToObjects="1">
      <p:cViewPr varScale="1">
        <p:scale>
          <a:sx n="211" d="100"/>
          <a:sy n="211" d="100"/>
        </p:scale>
        <p:origin x="234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323987"/>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r>
              <a:rPr lang="en-US"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1754326"/>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369393" y="1645920"/>
            <a:ext cx="8671661" cy="1754326"/>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CF693E3-B38F-7B60-0F49-8907EB5A332B}"/>
              </a:ext>
            </a:extLst>
          </p:cNvPr>
          <p:cNvSpPr txBox="1"/>
          <p:nvPr/>
        </p:nvSpPr>
        <p:spPr>
          <a:xfrm>
            <a:off x="1230806" y="1094422"/>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
        <p:nvSpPr>
          <p:cNvPr id="10" name="TextBox 9">
            <a:extLst>
              <a:ext uri="{FF2B5EF4-FFF2-40B4-BE49-F238E27FC236}">
                <a16:creationId xmlns:a16="http://schemas.microsoft.com/office/drawing/2014/main" id="{F75D75D6-E01D-92C3-D902-8AB1B22D772A}"/>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Out of Box Experience (OOBE)</a:t>
            </a:r>
            <a:endParaRPr dirty="0"/>
          </a:p>
        </p:txBody>
      </p:sp>
    </p:spTree>
    <p:extLst>
      <p:ext uri="{BB962C8B-B14F-4D97-AF65-F5344CB8AC3E}">
        <p14:creationId xmlns:p14="http://schemas.microsoft.com/office/powerpoint/2010/main" val="13404619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pic>
        <p:nvPicPr>
          <p:cNvPr id="1028" name="Picture 4" descr="What's new with the out-of-box experience (OOBE) on Windows 11 | Windows  Central">
            <a:extLst>
              <a:ext uri="{FF2B5EF4-FFF2-40B4-BE49-F238E27FC236}">
                <a16:creationId xmlns:a16="http://schemas.microsoft.com/office/drawing/2014/main" id="{2D58E1B3-4223-E01C-C24D-DEF9A79FD8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380" y="2614215"/>
            <a:ext cx="6013240" cy="225496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Select US from the keyboard layout list</a:t>
            </a:r>
          </a:p>
          <a:p>
            <a:pPr marL="365760" indent="-182880" algn="l">
              <a:buChar char="•"/>
            </a:pPr>
            <a:r>
              <a:rPr dirty="0"/>
              <a:t>Click Yes to confirm</a:t>
            </a:r>
          </a:p>
          <a:p>
            <a:pPr marL="365760" indent="-182880" algn="l">
              <a:buChar char="•"/>
            </a:pPr>
            <a:r>
              <a:rPr dirty="0"/>
              <a:t>When asked about second keyboard layout:</a:t>
            </a:r>
          </a:p>
          <a:p>
            <a:pPr marL="0" indent="0">
              <a:buNone/>
            </a:pPr>
            <a:r>
              <a:rPr dirty="0"/>
              <a:t>Click Skip (not needed for most users)</a:t>
            </a:r>
          </a:p>
        </p:txBody>
      </p:sp>
      <p:pic>
        <p:nvPicPr>
          <p:cNvPr id="2052" name="Picture 4" descr="SCCM Customize Windows Out Of Box Experience OOBE Using ConfigMgr HTMD Blog">
            <a:extLst>
              <a:ext uri="{FF2B5EF4-FFF2-40B4-BE49-F238E27FC236}">
                <a16:creationId xmlns:a16="http://schemas.microsoft.com/office/drawing/2014/main" id="{847407CD-8957-9498-293C-6C8D51C4A9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7627" y="2861587"/>
            <a:ext cx="2906332" cy="21853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pic>
        <p:nvPicPr>
          <p:cNvPr id="3074" name="Picture 2" descr="Windows 10 OOBE screen details | Microsoft Learn">
            <a:extLst>
              <a:ext uri="{FF2B5EF4-FFF2-40B4-BE49-F238E27FC236}">
                <a16:creationId xmlns:a16="http://schemas.microsoft.com/office/drawing/2014/main" id="{C9D14303-F480-8AFF-7D35-9C4EF14FD9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4850" y="2571750"/>
            <a:ext cx="3256346" cy="253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0" y="2089192"/>
            <a:ext cx="4959560" cy="1477328"/>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a:t>
            </a:r>
            <a:endParaRPr lang="en-US" dirty="0">
              <a:hlinkClick r:id="rId2"/>
            </a:endParaRPr>
          </a:p>
          <a:p>
            <a:pPr marL="365760" indent="-182880" algn="l">
              <a:defRPr sz="1800" b="0"/>
            </a:pPr>
            <a:r>
              <a:rPr lang="en-US" dirty="0">
                <a:hlinkClick r:id="rId2"/>
              </a:rPr>
              <a:t>	</a:t>
            </a:r>
            <a:r>
              <a:rPr dirty="0">
                <a:hlinkClick r:id="rId2"/>
              </a:rPr>
              <a:t>@impactpropertysolutions.com</a:t>
            </a:r>
            <a:endParaRPr lang="en-US" dirty="0"/>
          </a:p>
        </p:txBody>
      </p:sp>
      <p:pic>
        <p:nvPicPr>
          <p:cNvPr id="4098" name="Picture 2" descr="Windows 11 New OOBE Experience! — Mauvlan's Ramblings">
            <a:extLst>
              <a:ext uri="{FF2B5EF4-FFF2-40B4-BE49-F238E27FC236}">
                <a16:creationId xmlns:a16="http://schemas.microsoft.com/office/drawing/2014/main" id="{699C7806-9FDC-FB3B-525C-71E8AFA182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1495" y="2110085"/>
            <a:ext cx="4899807" cy="923330"/>
          </a:xfrm>
          <a:prstGeom prst="rect">
            <a:avLst/>
          </a:prstGeom>
          <a:noFill/>
        </p:spPr>
        <p:txBody>
          <a:bodyPr wrap="square">
            <a:spAutoFit/>
          </a:bodyPr>
          <a:lstStyle/>
          <a:p>
            <a:pPr marL="365760" indent="-182880" algn="l">
              <a:defRPr sz="1800" b="0"/>
            </a:pPr>
            <a:r>
              <a:rPr dirty="0"/>
              <a:t>Enter your Microsoft 365 password</a:t>
            </a:r>
          </a:p>
          <a:p>
            <a:pPr marL="365760" indent="-182880" algn="l">
              <a:buChar char="•"/>
            </a:pPr>
            <a:r>
              <a:rPr dirty="0"/>
              <a:t>This is the same password you use for Outlook</a:t>
            </a:r>
          </a:p>
          <a:p>
            <a:pPr marL="365760" indent="-182880" algn="l">
              <a:buChar char="•"/>
            </a:pPr>
            <a:r>
              <a:rPr dirty="0"/>
              <a:t>Click Sign in</a:t>
            </a:r>
          </a:p>
        </p:txBody>
      </p:sp>
      <p:pic>
        <p:nvPicPr>
          <p:cNvPr id="5" name="Picture 2" descr="Windows 11 New OOBE Experience! — Mauvlan's Ramblings">
            <a:extLst>
              <a:ext uri="{FF2B5EF4-FFF2-40B4-BE49-F238E27FC236}">
                <a16:creationId xmlns:a16="http://schemas.microsoft.com/office/drawing/2014/main" id="{9023AEB0-D9B7-37BF-408C-C4D54FBFE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1371600" y="1645920"/>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rPr dirty="0"/>
              <a:t>Open Chrome or Edge browser</a:t>
            </a:r>
          </a:p>
          <a:p>
            <a:pPr marL="365760" indent="-182880" algn="l">
              <a:buChar char="•"/>
            </a:pPr>
            <a:r>
              <a:rPr dirty="0"/>
              <a:t>Click the profile icon (top right corner)</a:t>
            </a:r>
          </a:p>
          <a:p>
            <a:pPr marL="365760" indent="-182880" algn="l">
              <a:buChar char="•"/>
            </a:pPr>
            <a:r>
              <a:rPr dirty="0"/>
              <a:t>Click 'Turn on sync' or 'Sign in'</a:t>
            </a:r>
          </a:p>
          <a:p>
            <a:pPr marL="365760" indent="-182880" algn="l">
              <a:buChar char="•"/>
            </a:pPr>
            <a:r>
              <a:rPr dirty="0"/>
              <a:t>Sign in with: </a:t>
            </a:r>
            <a:r>
              <a:rPr dirty="0" err="1"/>
              <a:t>FirstName.LastName@impactpropertysolutions.com</a:t>
            </a:r>
            <a:endParaRPr dirty="0"/>
          </a:p>
          <a:p>
            <a:pPr marL="365760" indent="-182880" algn="l">
              <a:buChar char="•"/>
            </a:pPr>
            <a:r>
              <a:rPr dirty="0"/>
              <a:t>Click 'Yes, I'm in' to enable sync</a:t>
            </a:r>
          </a:p>
          <a:p>
            <a:pPr marL="0" indent="0">
              <a:buNone/>
            </a:pPr>
            <a:r>
              <a:rPr dirty="0"/>
              <a:t>✓ Bookmarks, passwords, and settings will restore automatically</a:t>
            </a:r>
          </a:p>
        </p:txBody>
      </p:sp>
      <p:pic>
        <p:nvPicPr>
          <p:cNvPr id="5" name="Picture 4" descr="How to Sync Page Tabs Between Google Chrome, Firefox, and Edge">
            <a:extLst>
              <a:ext uri="{FF2B5EF4-FFF2-40B4-BE49-F238E27FC236}">
                <a16:creationId xmlns:a16="http://schemas.microsoft.com/office/drawing/2014/main" id="{D59BFBB1-E5AF-161A-B12A-9A48ADE97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4464" y="2021881"/>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Open your printer screenshot from OneDrive → Documents</a:t>
            </a:r>
          </a:p>
          <a:p>
            <a:pPr marL="365760" indent="-182880" algn="l">
              <a:buChar char="•"/>
            </a:pPr>
            <a:r>
              <a:t>Go to Settings → Devices → Printers &amp; scanners</a:t>
            </a:r>
          </a:p>
          <a:p>
            <a:pPr marL="365760" indent="-182880" algn="l">
              <a:buChar char="•"/>
            </a:pPr>
            <a:r>
              <a:t>Click 'Add a printer or scanner'</a:t>
            </a:r>
          </a:p>
          <a:p>
            <a:pPr marL="365760" indent="-182880" algn="l">
              <a:buChar char="•"/>
            </a:pPr>
            <a:r>
              <a:t>Select each printer from the list that matches your screenshot</a:t>
            </a:r>
          </a:p>
          <a:p>
            <a:pPr marL="365760" indent="-182880" algn="l">
              <a:buChar char="•"/>
            </a:pPr>
            <a:r>
              <a:t>If printer not found, click 'The printer I want isn't listed'</a:t>
            </a:r>
          </a:p>
          <a:p>
            <a:pPr marL="0" indent="0">
              <a:buNone/>
            </a:pPr>
            <a:r>
              <a:t>Enter printer IP address or name from screenshot</a:t>
            </a:r>
          </a:p>
          <a:p>
            <a:pPr marL="0" indent="0">
              <a:buNone/>
            </a:pPr>
            <a:r>
              <a:t>💡 Contact IT if you need help locating network printers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585323"/>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a:p>
            <a:pPr marL="0" indent="0">
              <a:buNone/>
            </a:pPr>
            <a:r>
              <a:rPr dirty="0"/>
              <a:t>☐ Key applications </a:t>
            </a:r>
            <a:r>
              <a:rPr lang="en-US" dirty="0"/>
              <a:t>Tested </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marL="0" indent="0" algn="ctr">
              <a:buNone/>
              <a:defRPr sz="1800" b="1">
                <a:solidFill>
                  <a:srgbClr val="D13438"/>
                </a:solidFill>
              </a:defRPr>
            </a:pPr>
            <a:r>
              <a:rPr sz="2000" dirty="0"/>
              <a:t>✅ Migration Complete!</a:t>
            </a:r>
            <a:r>
              <a:rPr lang="en-US" sz="2000" dirty="0"/>
              <a:t> </a:t>
            </a:r>
            <a:r>
              <a:rPr sz="2000" dirty="0"/>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337</TotalTime>
  <Words>4515</Words>
  <Application>Microsoft Macintosh PowerPoint</Application>
  <PresentationFormat>On-screen Show (16:9)</PresentationFormat>
  <Paragraphs>497</Paragraphs>
  <Slides>29</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12</cp:revision>
  <dcterms:created xsi:type="dcterms:W3CDTF">2013-01-27T09:14:16Z</dcterms:created>
  <dcterms:modified xsi:type="dcterms:W3CDTF">2026-01-15T21:44:33Z</dcterms:modified>
  <cp:category/>
</cp:coreProperties>
</file>