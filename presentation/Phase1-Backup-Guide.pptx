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71" r:id="rId11"/>
    <p:sldId id="272" r:id="rId12"/>
    <p:sldId id="273" r:id="rId13"/>
    <p:sldId id="269" r:id="rId14"/>
    <p:sldId id="275" r:id="rId15"/>
    <p:sldId id="274" r:id="rId16"/>
    <p:sldId id="276" r:id="rId17"/>
    <p:sldId id="277" r:id="rId18"/>
    <p:sldId id="278" r:id="rId19"/>
    <p:sldId id="267" r:id="rId20"/>
    <p:sldId id="268" r:id="rId21"/>
    <p:sldId id="279" r:id="rId22"/>
    <p:sldId id="280" r:id="rId23"/>
    <p:sldId id="282" r:id="rId24"/>
    <p:sldId id="283" r:id="rId25"/>
    <p:sldId id="284" r:id="rId26"/>
    <p:sldId id="285" r:id="rId27"/>
    <p:sldId id="286" r:id="rId28"/>
    <p:sldId id="287" r:id="rId29"/>
    <p:sldId id="288" r:id="rId3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054"/>
    <p:restoredTop sz="75845"/>
  </p:normalViewPr>
  <p:slideViewPr>
    <p:cSldViewPr snapToGrid="0" snapToObjects="1">
      <p:cViewPr varScale="1">
        <p:scale>
          <a:sx n="211" d="100"/>
          <a:sy n="211" d="100"/>
        </p:scale>
        <p:origin x="234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693319"/>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p>
          <a:p>
            <a:pPr>
              <a:defRPr sz="2400" b="1">
                <a:solidFill>
                  <a:srgbClr val="0078D4"/>
                </a:solidFill>
              </a:defRPr>
            </a:pPr>
            <a:r>
              <a:rPr lang="en-US" dirty="0"/>
              <a:t>Prepare Serial Number for Reset!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2031325"/>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a:p>
            <a:pPr>
              <a:defRPr sz="1800" b="1">
                <a:solidFill>
                  <a:srgbClr val="107C10"/>
                </a:solidFill>
              </a:defRPr>
            </a:pPr>
            <a:r>
              <a:rPr dirty="0"/>
              <a:t>☐</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1371600" y="1645920"/>
            <a:ext cx="6688442" cy="2031325"/>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F8C2101-A673-F716-F8F9-F92EF754D10C}"/>
              </a:ext>
            </a:extLst>
          </p:cNvPr>
          <p:cNvSpPr txBox="1"/>
          <p:nvPr/>
        </p:nvSpPr>
        <p:spPr>
          <a:xfrm>
            <a:off x="1812147" y="0"/>
            <a:ext cx="5519706" cy="461665"/>
          </a:xfrm>
          <a:prstGeom prst="rect">
            <a:avLst/>
          </a:prstGeom>
          <a:noFill/>
        </p:spPr>
        <p:txBody>
          <a:bodyPr wrap="square">
            <a:spAutoFit/>
          </a:bodyPr>
          <a:lstStyle/>
          <a:p>
            <a:pPr algn="ctr">
              <a:defRPr sz="2400" b="1">
                <a:solidFill>
                  <a:srgbClr val="0078D4"/>
                </a:solidFill>
              </a:defRPr>
            </a:pPr>
            <a:r>
              <a:rPr lang="en-US" dirty="0"/>
              <a:t>Out of Box Experience (OOBE)</a:t>
            </a:r>
          </a:p>
        </p:txBody>
      </p:sp>
      <p:sp>
        <p:nvSpPr>
          <p:cNvPr id="9" name="TextBox 8">
            <a:extLst>
              <a:ext uri="{FF2B5EF4-FFF2-40B4-BE49-F238E27FC236}">
                <a16:creationId xmlns:a16="http://schemas.microsoft.com/office/drawing/2014/main" id="{6CF693E3-B38F-7B60-0F49-8907EB5A332B}"/>
              </a:ext>
            </a:extLst>
          </p:cNvPr>
          <p:cNvSpPr txBox="1"/>
          <p:nvPr/>
        </p:nvSpPr>
        <p:spPr>
          <a:xfrm>
            <a:off x="1492711" y="1884738"/>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Tree>
    <p:extLst>
      <p:ext uri="{BB962C8B-B14F-4D97-AF65-F5344CB8AC3E}">
        <p14:creationId xmlns:p14="http://schemas.microsoft.com/office/powerpoint/2010/main" val="13404619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Select US from the keyboard layout list</a:t>
            </a:r>
          </a:p>
          <a:p>
            <a:pPr marL="365760" indent="-182880" algn="l">
              <a:buChar char="•"/>
            </a:pPr>
            <a:r>
              <a:t>Click Yes to confirm</a:t>
            </a:r>
          </a:p>
          <a:p>
            <a:pPr marL="365760" indent="-182880" algn="l">
              <a:buChar char="•"/>
            </a:pPr>
            <a:r>
              <a:t>When asked about second keyboard layout:</a:t>
            </a:r>
          </a:p>
          <a:p>
            <a:pPr marL="0" indent="0">
              <a:buNone/>
            </a:pPr>
            <a:r>
              <a:t>Click Skip (not needed for most users)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1371600" y="2366545"/>
            <a:ext cx="6400800" cy="923330"/>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FirstName.LastName@impactpropertysolutions.com</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Enter your Microsoft 365 password</a:t>
            </a:r>
          </a:p>
          <a:p>
            <a:pPr marL="365760" indent="-182880" algn="l">
              <a:buChar char="•"/>
            </a:pPr>
            <a:r>
              <a:t>This is the same password you use for Outlook</a:t>
            </a:r>
          </a:p>
          <a:p>
            <a:pPr marL="365760" indent="-182880" algn="l">
              <a:buChar char="•"/>
            </a:pPr>
            <a:r>
              <a:t>Click Sign in</a:t>
            </a:r>
          </a:p>
          <a:p>
            <a:pPr marL="0" indent="0">
              <a:buNone/>
            </a:pPr>
            <a:r>
              <a:t>💡 If you forgot your password, contact IT Support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1371600" y="1645920"/>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t>Open Chrome or Edge browser</a:t>
            </a:r>
          </a:p>
          <a:p>
            <a:pPr marL="365760" indent="-182880" algn="l">
              <a:buChar char="•"/>
            </a:pPr>
            <a:r>
              <a:t>Click the profile icon (top right corner)</a:t>
            </a:r>
          </a:p>
          <a:p>
            <a:pPr marL="365760" indent="-182880" algn="l">
              <a:buChar char="•"/>
            </a:pPr>
            <a:r>
              <a:t>Click 'Turn on sync' or 'Sign in'</a:t>
            </a:r>
          </a:p>
          <a:p>
            <a:pPr marL="365760" indent="-182880" algn="l">
              <a:buChar char="•"/>
            </a:pPr>
            <a:r>
              <a:t>Sign in with: FirstName.LastName@impactpropertysolutions.com</a:t>
            </a:r>
          </a:p>
          <a:p>
            <a:pPr marL="365760" indent="-182880" algn="l">
              <a:buChar char="•"/>
            </a:pPr>
            <a:r>
              <a:t>Click 'Yes, I'm in' to enable sync</a:t>
            </a:r>
          </a:p>
          <a:p>
            <a:pPr marL="0" indent="0">
              <a:buNone/>
            </a:pPr>
            <a:r>
              <a:t>✓ Bookmarks, passwords, and settings will restore automatically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Open your printer screenshot from OneDrive → Documents</a:t>
            </a:r>
          </a:p>
          <a:p>
            <a:pPr marL="365760" indent="-182880" algn="l">
              <a:buChar char="•"/>
            </a:pPr>
            <a:r>
              <a:t>Go to Settings → Devices → Printers &amp; scanners</a:t>
            </a:r>
          </a:p>
          <a:p>
            <a:pPr marL="365760" indent="-182880" algn="l">
              <a:buChar char="•"/>
            </a:pPr>
            <a:r>
              <a:t>Click 'Add a printer or scanner'</a:t>
            </a:r>
          </a:p>
          <a:p>
            <a:pPr marL="365760" indent="-182880" algn="l">
              <a:buChar char="•"/>
            </a:pPr>
            <a:r>
              <a:t>Select each printer from the list that matches your screenshot</a:t>
            </a:r>
          </a:p>
          <a:p>
            <a:pPr marL="365760" indent="-182880" algn="l">
              <a:buChar char="•"/>
            </a:pPr>
            <a:r>
              <a:t>If printer not found, click 'The printer I want isn't listed'</a:t>
            </a:r>
          </a:p>
          <a:p>
            <a:pPr marL="0" indent="0">
              <a:buNone/>
            </a:pPr>
            <a:r>
              <a:t>Enter printer IP address or name from screenshot</a:t>
            </a:r>
          </a:p>
          <a:p>
            <a:pPr marL="0" indent="0">
              <a:buNone/>
            </a:pPr>
            <a:r>
              <a:t>💡 Contact IT if you need help locating network printers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585323"/>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a:p>
            <a:pPr marL="0" indent="0">
              <a:buNone/>
            </a:pPr>
            <a:r>
              <a:rPr dirty="0"/>
              <a:t>☐ Key applications </a:t>
            </a:r>
            <a:r>
              <a:rPr lang="en-US" dirty="0"/>
              <a:t>Tested </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marL="0" indent="0" algn="ctr">
              <a:buNone/>
              <a:defRPr sz="1800" b="1">
                <a:solidFill>
                  <a:srgbClr val="D13438"/>
                </a:solidFill>
              </a:defRPr>
            </a:pPr>
            <a:r>
              <a:rPr sz="2000" dirty="0"/>
              <a:t>✅ Migration Complete!</a:t>
            </a:r>
            <a:r>
              <a:rPr lang="en-US" sz="2000" dirty="0"/>
              <a:t> </a:t>
            </a:r>
            <a:r>
              <a:rPr sz="2000" dirty="0"/>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224</TotalTime>
  <Words>4531</Words>
  <Application>Microsoft Macintosh PowerPoint</Application>
  <PresentationFormat>On-screen Show (16:9)</PresentationFormat>
  <Paragraphs>499</Paragraphs>
  <Slides>29</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9</cp:revision>
  <dcterms:created xsi:type="dcterms:W3CDTF">2013-01-27T09:14:16Z</dcterms:created>
  <dcterms:modified xsi:type="dcterms:W3CDTF">2026-01-15T19:51:59Z</dcterms:modified>
  <cp:category/>
</cp:coreProperties>
</file>