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8D4"/>
                </a:solidFill>
              </a:defRPr>
            </a:pPr>
            <a:r>
              <a:t>[SITE NAME]</a:t>
            </a:r>
          </a:p>
          <a:p>
            <a:r>
              <a:t>Migration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969696"/>
                </a:solidFill>
              </a:defRPr>
            </a:pPr>
            <a:r>
              <a:t>INSTRUCTIONS: Replace [RED PLACEHOLDERS] with actual values for this site</a:t>
            </a:r>
          </a:p>
          <a:p>
            <a:r>
              <a:t>Refer to dashboard (http://10.0.0.89:8080) or site-mapping.json for accurate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